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8" r:id="rId13"/>
    <p:sldId id="266" r:id="rId14"/>
    <p:sldId id="267" r:id="rId15"/>
    <p:sldId id="269" r:id="rId16"/>
    <p:sldId id="274" r:id="rId17"/>
    <p:sldId id="275" r:id="rId18"/>
    <p:sldId id="276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endra Singh (P20ID004)" userId="5ccb1770-539c-4bd8-8b42-4e77784115ce" providerId="ADAL" clId="{9E996BE7-1500-4846-81F9-D9DCC89E48EF}"/>
    <pc:docChg chg="undo custSel addSld delSld modSld sldOrd">
      <pc:chgData name="Gajendra Singh (P20ID004)" userId="5ccb1770-539c-4bd8-8b42-4e77784115ce" providerId="ADAL" clId="{9E996BE7-1500-4846-81F9-D9DCC89E48EF}" dt="2026-05-22T09:21:34.362" v="922" actId="20577"/>
      <pc:docMkLst>
        <pc:docMk/>
      </pc:docMkLst>
      <pc:sldChg chg="modSp mod">
        <pc:chgData name="Gajendra Singh (P20ID004)" userId="5ccb1770-539c-4bd8-8b42-4e77784115ce" providerId="ADAL" clId="{9E996BE7-1500-4846-81F9-D9DCC89E48EF}" dt="2026-05-21T05:20:26.806" v="184" actId="20577"/>
        <pc:sldMkLst>
          <pc:docMk/>
          <pc:sldMk cId="0" sldId="260"/>
        </pc:sldMkLst>
        <pc:spChg chg="mod">
          <ac:chgData name="Gajendra Singh (P20ID004)" userId="5ccb1770-539c-4bd8-8b42-4e77784115ce" providerId="ADAL" clId="{9E996BE7-1500-4846-81F9-D9DCC89E48EF}" dt="2026-05-21T05:20:26.806" v="184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Gajendra Singh (P20ID004)" userId="5ccb1770-539c-4bd8-8b42-4e77784115ce" providerId="ADAL" clId="{9E996BE7-1500-4846-81F9-D9DCC89E48EF}" dt="2026-05-21T05:49:00.611" v="404" actId="1076"/>
        <pc:sldMkLst>
          <pc:docMk/>
          <pc:sldMk cId="0" sldId="261"/>
        </pc:sldMkLst>
        <pc:spChg chg="mod">
          <ac:chgData name="Gajendra Singh (P20ID004)" userId="5ccb1770-539c-4bd8-8b42-4e77784115ce" providerId="ADAL" clId="{9E996BE7-1500-4846-81F9-D9DCC89E48EF}" dt="2026-05-21T05:49:00.611" v="404" actId="1076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Gajendra Singh (P20ID004)" userId="5ccb1770-539c-4bd8-8b42-4e77784115ce" providerId="ADAL" clId="{9E996BE7-1500-4846-81F9-D9DCC89E48EF}" dt="2026-05-21T05:08:38.268" v="178" actId="6549"/>
        <pc:sldMkLst>
          <pc:docMk/>
          <pc:sldMk cId="0" sldId="265"/>
        </pc:sldMkLst>
        <pc:graphicFrameChg chg="modGraphic">
          <ac:chgData name="Gajendra Singh (P20ID004)" userId="5ccb1770-539c-4bd8-8b42-4e77784115ce" providerId="ADAL" clId="{9E996BE7-1500-4846-81F9-D9DCC89E48EF}" dt="2026-05-21T05:08:38.268" v="178" actId="6549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addSp delSp modSp add mod ord">
        <pc:chgData name="Gajendra Singh (P20ID004)" userId="5ccb1770-539c-4bd8-8b42-4e77784115ce" providerId="ADAL" clId="{9E996BE7-1500-4846-81F9-D9DCC89E48EF}" dt="2026-05-21T04:16:12.173" v="41" actId="1076"/>
        <pc:sldMkLst>
          <pc:docMk/>
          <pc:sldMk cId="634292328" sldId="269"/>
        </pc:sldMkLst>
        <pc:spChg chg="del">
          <ac:chgData name="Gajendra Singh (P20ID004)" userId="5ccb1770-539c-4bd8-8b42-4e77784115ce" providerId="ADAL" clId="{9E996BE7-1500-4846-81F9-D9DCC89E48EF}" dt="2026-05-21T04:15:19.045" v="3" actId="478"/>
          <ac:spMkLst>
            <pc:docMk/>
            <pc:sldMk cId="634292328" sldId="269"/>
            <ac:spMk id="2" creationId="{DCAABBE9-970F-704A-DFAA-A11EF9CEB650}"/>
          </ac:spMkLst>
        </pc:spChg>
        <pc:spChg chg="add mod">
          <ac:chgData name="Gajendra Singh (P20ID004)" userId="5ccb1770-539c-4bd8-8b42-4e77784115ce" providerId="ADAL" clId="{9E996BE7-1500-4846-81F9-D9DCC89E48EF}" dt="2026-05-21T04:16:12.173" v="41" actId="1076"/>
          <ac:spMkLst>
            <pc:docMk/>
            <pc:sldMk cId="634292328" sldId="269"/>
            <ac:spMk id="3" creationId="{5935CB1D-64D7-6F3C-FAB8-AB66F7E8DE70}"/>
          </ac:spMkLst>
        </pc:spChg>
        <pc:spChg chg="del">
          <ac:chgData name="Gajendra Singh (P20ID004)" userId="5ccb1770-539c-4bd8-8b42-4e77784115ce" providerId="ADAL" clId="{9E996BE7-1500-4846-81F9-D9DCC89E48EF}" dt="2026-05-21T04:15:29.469" v="6" actId="478"/>
          <ac:spMkLst>
            <pc:docMk/>
            <pc:sldMk cId="634292328" sldId="269"/>
            <ac:spMk id="26" creationId="{5C380DDC-45A2-2E6F-FC6A-9163D1722A7D}"/>
          </ac:spMkLst>
        </pc:spChg>
        <pc:spChg chg="del">
          <ac:chgData name="Gajendra Singh (P20ID004)" userId="5ccb1770-539c-4bd8-8b42-4e77784115ce" providerId="ADAL" clId="{9E996BE7-1500-4846-81F9-D9DCC89E48EF}" dt="2026-05-21T04:15:27.740" v="5" actId="478"/>
          <ac:spMkLst>
            <pc:docMk/>
            <pc:sldMk cId="634292328" sldId="269"/>
            <ac:spMk id="27" creationId="{A1E41D49-91B2-346E-7A3A-251B2FEE2679}"/>
          </ac:spMkLst>
        </pc:spChg>
        <pc:spChg chg="del">
          <ac:chgData name="Gajendra Singh (P20ID004)" userId="5ccb1770-539c-4bd8-8b42-4e77784115ce" providerId="ADAL" clId="{9E996BE7-1500-4846-81F9-D9DCC89E48EF}" dt="2026-05-21T04:15:25.166" v="4" actId="478"/>
          <ac:spMkLst>
            <pc:docMk/>
            <pc:sldMk cId="634292328" sldId="269"/>
            <ac:spMk id="28" creationId="{7EFCA591-8167-F927-10BF-87324A09FE80}"/>
          </ac:spMkLst>
        </pc:spChg>
        <pc:spChg chg="del">
          <ac:chgData name="Gajendra Singh (P20ID004)" userId="5ccb1770-539c-4bd8-8b42-4e77784115ce" providerId="ADAL" clId="{9E996BE7-1500-4846-81F9-D9DCC89E48EF}" dt="2026-05-21T04:15:25.166" v="4" actId="478"/>
          <ac:spMkLst>
            <pc:docMk/>
            <pc:sldMk cId="634292328" sldId="269"/>
            <ac:spMk id="29" creationId="{1E5F1188-9308-4E38-4A5B-A042267D7C9D}"/>
          </ac:spMkLst>
        </pc:spChg>
        <pc:spChg chg="del">
          <ac:chgData name="Gajendra Singh (P20ID004)" userId="5ccb1770-539c-4bd8-8b42-4e77784115ce" providerId="ADAL" clId="{9E996BE7-1500-4846-81F9-D9DCC89E48EF}" dt="2026-05-21T04:15:25.166" v="4" actId="478"/>
          <ac:spMkLst>
            <pc:docMk/>
            <pc:sldMk cId="634292328" sldId="269"/>
            <ac:spMk id="30" creationId="{DBC9643D-7297-6C9E-E428-4FFACC61FAA3}"/>
          </ac:spMkLst>
        </pc:spChg>
        <pc:spChg chg="del">
          <ac:chgData name="Gajendra Singh (P20ID004)" userId="5ccb1770-539c-4bd8-8b42-4e77784115ce" providerId="ADAL" clId="{9E996BE7-1500-4846-81F9-D9DCC89E48EF}" dt="2026-05-21T04:15:25.166" v="4" actId="478"/>
          <ac:spMkLst>
            <pc:docMk/>
            <pc:sldMk cId="634292328" sldId="269"/>
            <ac:spMk id="31" creationId="{D9C4FC9C-B5CE-AA84-D758-A4700DC13E52}"/>
          </ac:spMkLst>
        </pc:spChg>
        <pc:spChg chg="del">
          <ac:chgData name="Gajendra Singh (P20ID004)" userId="5ccb1770-539c-4bd8-8b42-4e77784115ce" providerId="ADAL" clId="{9E996BE7-1500-4846-81F9-D9DCC89E48EF}" dt="2026-05-21T04:15:25.166" v="4" actId="478"/>
          <ac:spMkLst>
            <pc:docMk/>
            <pc:sldMk cId="634292328" sldId="269"/>
            <ac:spMk id="32" creationId="{BB419159-344A-41D5-8FE6-74B9836F6F1B}"/>
          </ac:spMkLst>
        </pc:spChg>
        <pc:spChg chg="del">
          <ac:chgData name="Gajendra Singh (P20ID004)" userId="5ccb1770-539c-4bd8-8b42-4e77784115ce" providerId="ADAL" clId="{9E996BE7-1500-4846-81F9-D9DCC89E48EF}" dt="2026-05-21T04:15:30.997" v="7" actId="478"/>
          <ac:spMkLst>
            <pc:docMk/>
            <pc:sldMk cId="634292328" sldId="269"/>
            <ac:spMk id="35" creationId="{6A9C4BDB-75C3-D1E9-0521-694D168060EE}"/>
          </ac:spMkLst>
        </pc:spChg>
        <pc:picChg chg="del">
          <ac:chgData name="Gajendra Singh (P20ID004)" userId="5ccb1770-539c-4bd8-8b42-4e77784115ce" providerId="ADAL" clId="{9E996BE7-1500-4846-81F9-D9DCC89E48EF}" dt="2026-05-21T04:15:25.166" v="4" actId="478"/>
          <ac:picMkLst>
            <pc:docMk/>
            <pc:sldMk cId="634292328" sldId="269"/>
            <ac:picMk id="12" creationId="{9A37534F-421E-2FC8-CC1C-EC4F1350EA2A}"/>
          </ac:picMkLst>
        </pc:picChg>
        <pc:picChg chg="del">
          <ac:chgData name="Gajendra Singh (P20ID004)" userId="5ccb1770-539c-4bd8-8b42-4e77784115ce" providerId="ADAL" clId="{9E996BE7-1500-4846-81F9-D9DCC89E48EF}" dt="2026-05-21T04:15:25.166" v="4" actId="478"/>
          <ac:picMkLst>
            <pc:docMk/>
            <pc:sldMk cId="634292328" sldId="269"/>
            <ac:picMk id="16" creationId="{8C651427-2D82-03F6-F6C7-30A6192C88BE}"/>
          </ac:picMkLst>
        </pc:picChg>
        <pc:picChg chg="del">
          <ac:chgData name="Gajendra Singh (P20ID004)" userId="5ccb1770-539c-4bd8-8b42-4e77784115ce" providerId="ADAL" clId="{9E996BE7-1500-4846-81F9-D9DCC89E48EF}" dt="2026-05-21T04:15:25.166" v="4" actId="478"/>
          <ac:picMkLst>
            <pc:docMk/>
            <pc:sldMk cId="634292328" sldId="269"/>
            <ac:picMk id="20" creationId="{F94944B1-B918-AE37-902F-652758ACF28B}"/>
          </ac:picMkLst>
        </pc:picChg>
        <pc:picChg chg="del">
          <ac:chgData name="Gajendra Singh (P20ID004)" userId="5ccb1770-539c-4bd8-8b42-4e77784115ce" providerId="ADAL" clId="{9E996BE7-1500-4846-81F9-D9DCC89E48EF}" dt="2026-05-21T04:15:25.166" v="4" actId="478"/>
          <ac:picMkLst>
            <pc:docMk/>
            <pc:sldMk cId="634292328" sldId="269"/>
            <ac:picMk id="22" creationId="{15FD5178-D760-E7E7-FC4A-471D2610B832}"/>
          </ac:picMkLst>
        </pc:picChg>
        <pc:picChg chg="del">
          <ac:chgData name="Gajendra Singh (P20ID004)" userId="5ccb1770-539c-4bd8-8b42-4e77784115ce" providerId="ADAL" clId="{9E996BE7-1500-4846-81F9-D9DCC89E48EF}" dt="2026-05-21T04:15:25.166" v="4" actId="478"/>
          <ac:picMkLst>
            <pc:docMk/>
            <pc:sldMk cId="634292328" sldId="269"/>
            <ac:picMk id="34" creationId="{C5C83CB9-4740-BFB1-0FEC-0E5823FDDED9}"/>
          </ac:picMkLst>
        </pc:picChg>
      </pc:sldChg>
      <pc:sldChg chg="addSp delSp add del mod">
        <pc:chgData name="Gajendra Singh (P20ID004)" userId="5ccb1770-539c-4bd8-8b42-4e77784115ce" providerId="ADAL" clId="{9E996BE7-1500-4846-81F9-D9DCC89E48EF}" dt="2026-05-21T04:18:49.529" v="77" actId="47"/>
        <pc:sldMkLst>
          <pc:docMk/>
          <pc:sldMk cId="1590571640" sldId="270"/>
        </pc:sldMkLst>
        <pc:spChg chg="del">
          <ac:chgData name="Gajendra Singh (P20ID004)" userId="5ccb1770-539c-4bd8-8b42-4e77784115ce" providerId="ADAL" clId="{9E996BE7-1500-4846-81F9-D9DCC89E48EF}" dt="2026-05-21T04:16:25.277" v="43" actId="478"/>
          <ac:spMkLst>
            <pc:docMk/>
            <pc:sldMk cId="1590571640" sldId="270"/>
            <ac:spMk id="3" creationId="{E6ECC773-9AF7-B8BC-AC34-3EE702C4E46C}"/>
          </ac:spMkLst>
        </pc:spChg>
        <pc:spChg chg="add">
          <ac:chgData name="Gajendra Singh (P20ID004)" userId="5ccb1770-539c-4bd8-8b42-4e77784115ce" providerId="ADAL" clId="{9E996BE7-1500-4846-81F9-D9DCC89E48EF}" dt="2026-05-21T04:16:27.326" v="44" actId="22"/>
          <ac:spMkLst>
            <pc:docMk/>
            <pc:sldMk cId="1590571640" sldId="270"/>
            <ac:spMk id="4" creationId="{EC85C206-E255-E38E-3F3E-E40FD76A7501}"/>
          </ac:spMkLst>
        </pc:spChg>
      </pc:sldChg>
      <pc:sldChg chg="addSp delSp modSp add mod ord">
        <pc:chgData name="Gajendra Singh (P20ID004)" userId="5ccb1770-539c-4bd8-8b42-4e77784115ce" providerId="ADAL" clId="{9E996BE7-1500-4846-81F9-D9DCC89E48EF}" dt="2026-05-21T05:07:14.984" v="177" actId="6549"/>
        <pc:sldMkLst>
          <pc:docMk/>
          <pc:sldMk cId="2949510386" sldId="271"/>
        </pc:sldMkLst>
        <pc:spChg chg="mod">
          <ac:chgData name="Gajendra Singh (P20ID004)" userId="5ccb1770-539c-4bd8-8b42-4e77784115ce" providerId="ADAL" clId="{9E996BE7-1500-4846-81F9-D9DCC89E48EF}" dt="2026-05-21T04:16:50.256" v="49"/>
          <ac:spMkLst>
            <pc:docMk/>
            <pc:sldMk cId="2949510386" sldId="271"/>
            <ac:spMk id="2" creationId="{0342DB02-B06F-5963-1902-50EBFADA6A11}"/>
          </ac:spMkLst>
        </pc:spChg>
        <pc:spChg chg="del">
          <ac:chgData name="Gajendra Singh (P20ID004)" userId="5ccb1770-539c-4bd8-8b42-4e77784115ce" providerId="ADAL" clId="{9E996BE7-1500-4846-81F9-D9DCC89E48EF}" dt="2026-05-21T04:18:45.325" v="76" actId="478"/>
          <ac:spMkLst>
            <pc:docMk/>
            <pc:sldMk cId="2949510386" sldId="271"/>
            <ac:spMk id="4" creationId="{129F1A7E-8CD3-5081-7D6D-7501E55A952C}"/>
          </ac:spMkLst>
        </pc:spChg>
        <pc:spChg chg="add del">
          <ac:chgData name="Gajendra Singh (P20ID004)" userId="5ccb1770-539c-4bd8-8b42-4e77784115ce" providerId="ADAL" clId="{9E996BE7-1500-4846-81F9-D9DCC89E48EF}" dt="2026-05-21T04:57:08.167" v="130" actId="22"/>
          <ac:spMkLst>
            <pc:docMk/>
            <pc:sldMk cId="2949510386" sldId="271"/>
            <ac:spMk id="5" creationId="{F26CB76B-2FB1-FD7B-64AB-703E081E0D66}"/>
          </ac:spMkLst>
        </pc:spChg>
        <pc:spChg chg="add mod">
          <ac:chgData name="Gajendra Singh (P20ID004)" userId="5ccb1770-539c-4bd8-8b42-4e77784115ce" providerId="ADAL" clId="{9E996BE7-1500-4846-81F9-D9DCC89E48EF}" dt="2026-05-21T04:57:55.333" v="162" actId="20577"/>
          <ac:spMkLst>
            <pc:docMk/>
            <pc:sldMk cId="2949510386" sldId="271"/>
            <ac:spMk id="7" creationId="{10204816-244F-D441-07C5-2F3FDC35E2C2}"/>
          </ac:spMkLst>
        </pc:spChg>
        <pc:graphicFrameChg chg="mod modGraphic">
          <ac:chgData name="Gajendra Singh (P20ID004)" userId="5ccb1770-539c-4bd8-8b42-4e77784115ce" providerId="ADAL" clId="{9E996BE7-1500-4846-81F9-D9DCC89E48EF}" dt="2026-05-21T05:07:14.984" v="177" actId="6549"/>
          <ac:graphicFrameMkLst>
            <pc:docMk/>
            <pc:sldMk cId="2949510386" sldId="271"/>
            <ac:graphicFrameMk id="8" creationId="{C097D16F-442D-CCDF-3113-3CD684C27435}"/>
          </ac:graphicFrameMkLst>
        </pc:graphicFrameChg>
      </pc:sldChg>
      <pc:sldChg chg="modSp add del mod">
        <pc:chgData name="Gajendra Singh (P20ID004)" userId="5ccb1770-539c-4bd8-8b42-4e77784115ce" providerId="ADAL" clId="{9E996BE7-1500-4846-81F9-D9DCC89E48EF}" dt="2026-05-21T05:48:34.650" v="402" actId="47"/>
        <pc:sldMkLst>
          <pc:docMk/>
          <pc:sldMk cId="508159405" sldId="272"/>
        </pc:sldMkLst>
        <pc:spChg chg="mod">
          <ac:chgData name="Gajendra Singh (P20ID004)" userId="5ccb1770-539c-4bd8-8b42-4e77784115ce" providerId="ADAL" clId="{9E996BE7-1500-4846-81F9-D9DCC89E48EF}" dt="2026-05-21T05:21:23.284" v="189"/>
          <ac:spMkLst>
            <pc:docMk/>
            <pc:sldMk cId="508159405" sldId="272"/>
            <ac:spMk id="2" creationId="{14669554-6227-D7BB-8CBB-0291EAE166F6}"/>
          </ac:spMkLst>
        </pc:spChg>
      </pc:sldChg>
      <pc:sldChg chg="add del">
        <pc:chgData name="Gajendra Singh (P20ID004)" userId="5ccb1770-539c-4bd8-8b42-4e77784115ce" providerId="ADAL" clId="{9E996BE7-1500-4846-81F9-D9DCC89E48EF}" dt="2026-05-21T05:48:36.959" v="403" actId="47"/>
        <pc:sldMkLst>
          <pc:docMk/>
          <pc:sldMk cId="1295611660" sldId="273"/>
        </pc:sldMkLst>
      </pc:sldChg>
      <pc:sldChg chg="modSp add mod ord">
        <pc:chgData name="Gajendra Singh (P20ID004)" userId="5ccb1770-539c-4bd8-8b42-4e77784115ce" providerId="ADAL" clId="{9E996BE7-1500-4846-81F9-D9DCC89E48EF}" dt="2026-05-21T05:48:32.598" v="401"/>
        <pc:sldMkLst>
          <pc:docMk/>
          <pc:sldMk cId="1834975218" sldId="274"/>
        </pc:sldMkLst>
        <pc:spChg chg="mod">
          <ac:chgData name="Gajendra Singh (P20ID004)" userId="5ccb1770-539c-4bd8-8b42-4e77784115ce" providerId="ADAL" clId="{9E996BE7-1500-4846-81F9-D9DCC89E48EF}" dt="2026-05-21T05:22:07.063" v="197"/>
          <ac:spMkLst>
            <pc:docMk/>
            <pc:sldMk cId="1834975218" sldId="274"/>
            <ac:spMk id="2" creationId="{670EFA00-3BA8-44E0-9F96-08C6FB39C9A5}"/>
          </ac:spMkLst>
        </pc:spChg>
        <pc:spChg chg="mod">
          <ac:chgData name="Gajendra Singh (P20ID004)" userId="5ccb1770-539c-4bd8-8b42-4e77784115ce" providerId="ADAL" clId="{9E996BE7-1500-4846-81F9-D9DCC89E48EF}" dt="2026-05-21T05:22:23.215" v="198"/>
          <ac:spMkLst>
            <pc:docMk/>
            <pc:sldMk cId="1834975218" sldId="274"/>
            <ac:spMk id="7" creationId="{D06B9513-BFBD-F581-B95B-AFD97A1BB959}"/>
          </ac:spMkLst>
        </pc:spChg>
        <pc:graphicFrameChg chg="mod modGraphic">
          <ac:chgData name="Gajendra Singh (P20ID004)" userId="5ccb1770-539c-4bd8-8b42-4e77784115ce" providerId="ADAL" clId="{9E996BE7-1500-4846-81F9-D9DCC89E48EF}" dt="2026-05-21T05:48:19.783" v="397" actId="1035"/>
          <ac:graphicFrameMkLst>
            <pc:docMk/>
            <pc:sldMk cId="1834975218" sldId="274"/>
            <ac:graphicFrameMk id="8" creationId="{87E752C4-00E5-EAFC-54A1-D76B9C8D3AE2}"/>
          </ac:graphicFrameMkLst>
        </pc:graphicFrameChg>
      </pc:sldChg>
      <pc:sldChg chg="addSp delSp modSp add mod ord">
        <pc:chgData name="Gajendra Singh (P20ID004)" userId="5ccb1770-539c-4bd8-8b42-4e77784115ce" providerId="ADAL" clId="{9E996BE7-1500-4846-81F9-D9DCC89E48EF}" dt="2026-05-22T09:21:34.362" v="922" actId="20577"/>
        <pc:sldMkLst>
          <pc:docMk/>
          <pc:sldMk cId="1093622364" sldId="275"/>
        </pc:sldMkLst>
        <pc:spChg chg="mod">
          <ac:chgData name="Gajendra Singh (P20ID004)" userId="5ccb1770-539c-4bd8-8b42-4e77784115ce" providerId="ADAL" clId="{9E996BE7-1500-4846-81F9-D9DCC89E48EF}" dt="2026-05-21T05:57:27.543" v="677" actId="20577"/>
          <ac:spMkLst>
            <pc:docMk/>
            <pc:sldMk cId="1093622364" sldId="275"/>
            <ac:spMk id="3" creationId="{A7352A1B-D1C6-6D5D-F290-F9C9D653719D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6" creationId="{97A7EB61-192C-DAAA-14B7-67D80FF4D278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10" creationId="{DAE7B0A7-72B3-4027-2EC5-68536DD12F0B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11" creationId="{E4713852-C360-666D-FC58-EDF20B5DBF48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12" creationId="{45B7F801-740F-5017-4F1D-50877C1D1C43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13" creationId="{0D0B082C-DDF5-2293-3288-F51EE34291A1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19" creationId="{449CDB91-4817-53F1-5452-59E362089CE6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20" creationId="{39DF4625-228B-07E9-6B7F-9F4C93D941D0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22" creationId="{AD250ABD-223A-E88E-94DB-61A05D636DE3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25" creationId="{A9FD6BB4-7AFB-F84B-BB16-9BE05C446AFE}"/>
          </ac:spMkLst>
        </pc:spChg>
        <pc:spChg chg="del">
          <ac:chgData name="Gajendra Singh (P20ID004)" userId="5ccb1770-539c-4bd8-8b42-4e77784115ce" providerId="ADAL" clId="{9E996BE7-1500-4846-81F9-D9DCC89E48EF}" dt="2026-05-21T05:49:37.571" v="420" actId="478"/>
          <ac:spMkLst>
            <pc:docMk/>
            <pc:sldMk cId="1093622364" sldId="275"/>
            <ac:spMk id="27" creationId="{0F8F411A-9995-F8B0-C1F5-A1CC28AE1F07}"/>
          </ac:spMkLst>
        </pc:spChg>
        <pc:spChg chg="add mod">
          <ac:chgData name="Gajendra Singh (P20ID004)" userId="5ccb1770-539c-4bd8-8b42-4e77784115ce" providerId="ADAL" clId="{9E996BE7-1500-4846-81F9-D9DCC89E48EF}" dt="2026-05-22T09:21:34.362" v="922" actId="20577"/>
          <ac:spMkLst>
            <pc:docMk/>
            <pc:sldMk cId="1093622364" sldId="275"/>
            <ac:spMk id="28" creationId="{A3A18627-E97D-A3CD-40A4-BDBFFDD9B432}"/>
          </ac:spMkLst>
        </pc:spChg>
      </pc:sldChg>
      <pc:sldChg chg="modSp add mod">
        <pc:chgData name="Gajendra Singh (P20ID004)" userId="5ccb1770-539c-4bd8-8b42-4e77784115ce" providerId="ADAL" clId="{9E996BE7-1500-4846-81F9-D9DCC89E48EF}" dt="2026-05-21T05:59:47.872" v="872" actId="20577"/>
        <pc:sldMkLst>
          <pc:docMk/>
          <pc:sldMk cId="559410127" sldId="276"/>
        </pc:sldMkLst>
        <pc:spChg chg="mod">
          <ac:chgData name="Gajendra Singh (P20ID004)" userId="5ccb1770-539c-4bd8-8b42-4e77784115ce" providerId="ADAL" clId="{9E996BE7-1500-4846-81F9-D9DCC89E48EF}" dt="2026-05-21T05:57:54.543" v="683" actId="20577"/>
          <ac:spMkLst>
            <pc:docMk/>
            <pc:sldMk cId="559410127" sldId="276"/>
            <ac:spMk id="3" creationId="{A9025250-0967-402E-6D83-B59D5CAAB425}"/>
          </ac:spMkLst>
        </pc:spChg>
        <pc:spChg chg="mod">
          <ac:chgData name="Gajendra Singh (P20ID004)" userId="5ccb1770-539c-4bd8-8b42-4e77784115ce" providerId="ADAL" clId="{9E996BE7-1500-4846-81F9-D9DCC89E48EF}" dt="2026-05-21T05:59:47.872" v="872" actId="20577"/>
          <ac:spMkLst>
            <pc:docMk/>
            <pc:sldMk cId="559410127" sldId="276"/>
            <ac:spMk id="28" creationId="{860B53B1-B6F0-E6FF-875E-A5FC3AF115DB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Dataset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0A7E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F4-4849-A5C8-22D882519D9A}"/>
              </c:ext>
            </c:extLst>
          </c:dPt>
          <c:dPt>
            <c:idx val="1"/>
            <c:invertIfNegative val="0"/>
            <c:bubble3D val="0"/>
            <c:spPr>
              <a:solidFill>
                <a:srgbClr val="12B5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F4-4849-A5C8-22D882519D9A}"/>
              </c:ext>
            </c:extLst>
          </c:dPt>
          <c:dPt>
            <c:idx val="2"/>
            <c:invertIfNegative val="0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F4-4849-A5C8-22D882519D9A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FF4-4849-A5C8-22D882519D9A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FF4-4849-A5C8-22D882519D9A}"/>
              </c:ext>
            </c:extLst>
          </c:dPt>
          <c:dPt>
            <c:idx val="5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FF4-4849-A5C8-22D882519D9A}"/>
              </c:ext>
            </c:extLst>
          </c:dPt>
          <c:dPt>
            <c:idx val="6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FF4-4849-A5C8-22D882519D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TCIA Prostate</c:v>
                </c:pt>
                <c:pt idx="1">
                  <c:v>UTA4</c:v>
                </c:pt>
                <c:pt idx="2">
                  <c:v>ReMIND</c:v>
                </c:pt>
                <c:pt idx="3">
                  <c:v>UTA7</c:v>
                </c:pt>
                <c:pt idx="4">
                  <c:v>UTA10</c:v>
                </c:pt>
                <c:pt idx="5">
                  <c:v>Aliza</c:v>
                </c:pt>
                <c:pt idx="6">
                  <c:v>AIIMS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1762</c:v>
                </c:pt>
                <c:pt idx="1">
                  <c:v>1132</c:v>
                </c:pt>
                <c:pt idx="2">
                  <c:v>320</c:v>
                </c:pt>
                <c:pt idx="3">
                  <c:v>198</c:v>
                </c:pt>
                <c:pt idx="4">
                  <c:v>27</c:v>
                </c:pt>
                <c:pt idx="5">
                  <c:v>22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FF4-4849-A5C8-22D882519D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Manufacturer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Files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17-42F0-8C2E-89667B73F948}"/>
              </c:ext>
            </c:extLst>
          </c:dPt>
          <c:dPt>
            <c:idx val="1"/>
            <c:invertIfNegative val="0"/>
            <c:bubble3D val="0"/>
            <c:spPr>
              <a:solidFill>
                <a:srgbClr val="0A7E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17-42F0-8C2E-89667B73F948}"/>
              </c:ext>
            </c:extLst>
          </c:dPt>
          <c:dPt>
            <c:idx val="2"/>
            <c:invertIfNegative val="0"/>
            <c:bubble3D val="0"/>
            <c:spPr>
              <a:solidFill>
                <a:srgbClr val="12B5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17-42F0-8C2E-89667B73F948}"/>
              </c:ext>
            </c:extLst>
          </c:dPt>
          <c:dPt>
            <c:idx val="3"/>
            <c:invertIfNegative val="0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17-42F0-8C2E-89667B73F948}"/>
              </c:ext>
            </c:extLst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17-42F0-8C2E-89667B73F948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17-42F0-8C2E-89667B73F948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A17-42F0-8C2E-89667B73F948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A17-42F0-8C2E-89667B73F948}"/>
              </c:ext>
            </c:extLst>
          </c:dPt>
          <c:dPt>
            <c:idx val="8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A17-42F0-8C2E-89667B73F94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Eigen</c:v>
                </c:pt>
                <c:pt idx="1">
                  <c:v>SIEMENS</c:v>
                </c:pt>
                <c:pt idx="2">
                  <c:v>PixelMed</c:v>
                </c:pt>
                <c:pt idx="3">
                  <c:v>GE MEDICAL</c:v>
                </c:pt>
                <c:pt idx="4">
                  <c:v>Philips</c:v>
                </c:pt>
                <c:pt idx="5">
                  <c:v>TOSHIBA</c:v>
                </c:pt>
                <c:pt idx="6">
                  <c:v>GE Vingmed</c:v>
                </c:pt>
                <c:pt idx="7">
                  <c:v>Agfa</c:v>
                </c:pt>
                <c:pt idx="8">
                  <c:v>Others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1762</c:v>
                </c:pt>
                <c:pt idx="1">
                  <c:v>1296</c:v>
                </c:pt>
                <c:pt idx="2">
                  <c:v>320</c:v>
                </c:pt>
                <c:pt idx="3">
                  <c:v>33</c:v>
                </c:pt>
                <c:pt idx="4">
                  <c:v>17</c:v>
                </c:pt>
                <c:pt idx="5">
                  <c:v>14</c:v>
                </c:pt>
                <c:pt idx="6">
                  <c:v>7</c:v>
                </c:pt>
                <c:pt idx="7">
                  <c:v>7</c:v>
                </c:pt>
                <c:pt idx="8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7A17-42F0-8C2E-89667B73F9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50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670AC-630B-D30D-D174-92DCB37B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BD2BF-8A2C-161D-6A80-681766409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1DC9F-9C3C-B867-F13B-15720BDF0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F8D18-9D9F-CA47-B029-5C7D96CFD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01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5E87-23DF-E691-1C4E-4EEAB851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0E22C-5892-B95E-CA6A-4F256FD4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C05DF-0681-33F0-4969-50CEC40BA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3E0BA-E6B8-FEC9-3047-DDB9F7612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70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9943-94ED-46D4-D7A3-7FD2B020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8D2F1-5F9A-B6C1-CC5D-0E87634EF8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167E8-8BDC-8F07-6208-8BAFBB729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0E719-FF41-2B55-06D6-AADAA21C2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42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1DF81-D81B-8DAD-2125-26F795A4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7AE97-A108-0DA1-F4E2-BEF3ABC3C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13E42-451D-E44E-8FB4-972B23A8F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F9427-D37A-8A0A-6BF3-8F572E0B0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044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3D6D8-3AB1-CAD2-67F1-8A324C4D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CE727-A4B0-39DC-883F-49161FDAF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7E55F-67B7-77F5-9C01-7A38DD062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D0ADE-1A86-79D2-F122-9EF0405BDC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88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C9B9-29CC-17B4-9D30-29408007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2B0DD-AB0F-2A51-28AE-74B8544F6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90232-7CFF-FD2A-9D16-C5C783E7A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FA488-8441-77C2-3F31-60AD99387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7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029200" cy="5029200"/>
          </a:xfrm>
          <a:prstGeom prst="ellipse">
            <a:avLst/>
          </a:prstGeom>
          <a:solidFill>
            <a:srgbClr val="0A7EA4">
              <a:alpha val="18000"/>
            </a:srgbClr>
          </a:solidFill>
          <a:ln w="12700">
            <a:solidFill>
              <a:srgbClr val="0A7EA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097280" y="2743200"/>
            <a:ext cx="3657600" cy="3657600"/>
          </a:xfrm>
          <a:prstGeom prst="ellipse">
            <a:avLst/>
          </a:prstGeom>
          <a:solidFill>
            <a:srgbClr val="12B5D0">
              <a:alpha val="12000"/>
            </a:srgbClr>
          </a:solidFill>
          <a:ln w="12700">
            <a:solidFill>
              <a:srgbClr val="12B5D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Ultrasound Working Group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DICOM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Heterogeneity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Metadata States · PNG Pipeline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&amp; Direct Data Subgroup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124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264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DICOM heterogeneity matters for AI pipelines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0292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84708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1762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3,468-file corpus · PyDICOM + SimpleITK · Structural probes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50292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59689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State Results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3,468-file analysis: datasets, manufacturers, SOP classes, shapes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4670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50292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3467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3741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→ PNG Pipeline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6758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workflow, bit-depth handling, frame extraction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09651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502920" cy="64008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1239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MONAI Readiness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4256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success rate · root causes · tensor shapes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DICOM Heterogeneity Is a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Vendor Fragmentation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6245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Philips, GE, Siemens, Toshiba, Eigen — each encodes pixel data, transfer syntax, and SOP class differently.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Viewer vs. Library Gap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36245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GDCM-based viewers (MicroDICOM, RadiAnt) open files that PyDICOM and SimpleITK reject without workarounds.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Implicit VR / No Preamble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136245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Non-Part-10 DICOM files lack the standard 128-byte preamble + DICM magic, breaking default readers.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Shape Diversity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28269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volumes, 2D single frames, 3D/4D containers — no uniform tensor shape for MONAI ingestion.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Photometric Variation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28269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MONOCHROME2, YBR_FULL, YBR_FULL_422, RGB, PALETTE COLOR — each needs separate decode and colour-space conversion.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6916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2743200" cy="2743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264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Proprietary Containers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3282696"/>
            <a:ext cx="2560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3D/4D format (magic bytes 377ABCAF) is not standard DICOM — invisible to PyDICOM without special handling.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3,468 ultrasound DICOM files  ·  10 public + institutional datasets  ·  11 manufacturers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Discovery —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DICOM file collection via strict binary validation (DICM preamble + required tag checks). No extension guessing — catches anonymised extensionless files.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19" y="2350008"/>
            <a:ext cx="2237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Probe (512-byte header) —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5968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every file before library call: dicom_part10 | implicit_vr_candidate | philips_private_3d | empty_file | unknown_binary.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19" y="2990088"/>
            <a:ext cx="28125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Read — PyDICOM + SimpleITK —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2369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3,468 files with force=True. Achieved 100% success (3,468 / 3,468). Both libraries must agree on 'both_ok' status.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67588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19" y="3630168"/>
            <a:ext cx="24608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Robust-Read Techniques (Validated) —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770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metadata read (strict → force → implicit-VR injection) + TransferSyntaxUID cycling (Implicit LE / Explicit LE / Explicit BE). Produced identical results.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384048" cy="384048"/>
          </a:xfrm>
          <a:prstGeom prst="ellipse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70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Diagnosis —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5171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binary inspection identified root causes: 0× empty_file (0-byte downloads) + 0× proprietary_format (Philips 3D/4D container).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PyDICOM + SimpleITK · 3,468-file corpus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2331720"/>
          </a:xfrm>
          <a:prstGeom prst="rect">
            <a:avLst/>
          </a:prstGeom>
          <a:solidFill>
            <a:schemeClr val="tx2">
              <a:lumMod val="40000"/>
              <a:lumOff val="60000"/>
              <a:alpha val="92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39903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— Both 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both_ok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234440"/>
            <a:ext cx="1965960" cy="2331720"/>
          </a:xfrm>
          <a:prstGeom prst="rect">
            <a:avLst/>
          </a:prstGeom>
          <a:solidFill>
            <a:schemeClr val="tx2">
              <a:lumMod val="40000"/>
              <a:lumOff val="60000"/>
              <a:alpha val="92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14600" y="1234440"/>
            <a:ext cx="1965960" cy="16459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139903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14600" y="24231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PyDICOM + SimpleITK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965960" cy="2331720"/>
          </a:xfrm>
          <a:prstGeom prst="rect">
            <a:avLst/>
          </a:prstGeom>
          <a:solidFill>
            <a:schemeClr val="tx2">
              <a:lumMod val="40000"/>
              <a:lumOff val="60000"/>
              <a:alpha val="92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196596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39903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24231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0-byte DL failures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2280" y="1234440"/>
            <a:ext cx="1965960" cy="2331720"/>
          </a:xfrm>
          <a:prstGeom prst="rect">
            <a:avLst/>
          </a:prstGeom>
          <a:solidFill>
            <a:schemeClr val="tx2">
              <a:lumMod val="40000"/>
              <a:lumOff val="60000"/>
              <a:alpha val="92000"/>
            </a:scheme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1234440"/>
            <a:ext cx="1965960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12280" y="1399032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12280" y="242316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Format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12280" y="27889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Philips 3D/4D container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confirmed via raw binary inspection. Robust-read techniques (3-pass metadata + TransferSyntaxUID cycling) explored but yielded identical results.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States — Dataset &amp; Manufacturer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152142" y="5073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 DICOM files analysed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6012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96012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models: Eigen Artemis (50.8%) · SIEMENS Aera (37.4%) · PixelMed NRRDToDicom (9.2%)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States — DICOM Technical Tags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021542"/>
              </p:ext>
            </p:extLst>
          </p:nvPr>
        </p:nvGraphicFramePr>
        <p:xfrm>
          <a:off x="365760" y="868680"/>
          <a:ext cx="7498080" cy="37307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/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Multiframe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Image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 Image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Multi-frame Grayscale Byte Secondary Capture Image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Mammography X-Ray Image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Image / Enhanced US Volume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MONOCHROME2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PALETTE COLOR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YBR_FULL / YBR_FULL_422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Doppler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(colour/spectral flow detected)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Doppler 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(B-mode only)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Photometric and Doppler values are estimated from the full corpus pattern (exact counts in interoperability_evaluation_us_dicom.csv).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Shapes &amp; MONAI Tensor Readiness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Raw Array Shapes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114800" cy="341985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(H×W or F×H×W)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352×352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288×288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281×436×436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227×360×360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227×352×352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226×358×358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227×378×378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227×364×364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280×440×440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227×366×366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Shape Convention (C, H, W) or (C, F, H, W)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298448"/>
            <a:ext cx="4023360" cy="59436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1335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shapes prefixed with Channel=1</a:t>
            </a:r>
            <a:endParaRPr lang="en-US" sz="1000" dirty="0"/>
          </a:p>
        </p:txBody>
      </p:sp>
      <p:sp>
        <p:nvSpPr>
          <p:cNvPr id="5" name="Text 6"/>
          <p:cNvSpPr/>
          <p:nvPr/>
        </p:nvSpPr>
        <p:spPr>
          <a:xfrm>
            <a:off x="4846320" y="1591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tensor: (1, H, W) for 2D — (1, F, H, W) for multi-frame volumes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984248"/>
            <a:ext cx="4023360" cy="59436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46320" y="20208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MONAI-ready (within valid files)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22768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root_cause = 'Both tools read successfully. No issues detected.' for 3,468 files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2670048"/>
            <a:ext cx="4023360" cy="59436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846320" y="27066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2D single-frame examples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352, 352)  ·  (1, 288, 288)  ·  (1, 600, 800)  ·  (1, 3062, 2396)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3355848"/>
            <a:ext cx="4023360" cy="59436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846320" y="33924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3D/4D multi-frame examples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281, 436, 436)  ·  (1, 227, 360, 360)  ·  (1, 280, 440, 440)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4041648"/>
            <a:ext cx="4023360" cy="59436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846320" y="40782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SPP Validation column present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6320" y="4334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Samples-per-pixel validated per file for colour-space integrity checks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A7EA4">
              <a:alpha val="12000"/>
            </a:srgbClr>
          </a:solidFill>
          <a:ln w="12700">
            <a:solidFill>
              <a:srgbClr val="0A7EA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 → PNG Conversion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for AI-ready image datasets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65760" cy="3657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1188720"/>
            <a:ext cx="777240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1225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Discovery &amp; Validation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49047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scan across 10 dataset roots. Strict DICOM validation (preamble + required tags). Total: 1,706 files across Aliza, AIIMS, UTA4/7/10, ReMIND, TCIA Prostate.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1938528"/>
            <a:ext cx="777240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97280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CSV-Driven Selection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24028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interoperability_evaluation_us_dicom.csv — only files with comparison_status = 'both_ok' are passed to the converter. Skips empty / proprietary files automatically.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761488"/>
            <a:ext cx="365760" cy="3657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2688336"/>
            <a:ext cx="777240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97280" y="2724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Extraction &amp; Colour Conversion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99008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PyDICOM apply_voi_lut + convert_color_space. Handles MONOCHROME2, YBR_FULL, YBR_FULL_422, RGB, PALETTE. Uses pydicom pixel data handlers (GDCM / pylibjpeg for compressed syntax).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365760" cy="3657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438144"/>
            <a:ext cx="777240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Bit-Depth Preservation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73989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→ uint16 (normalised). Signed int → shift-to-zero, then uint8 or uint16. uint8 / uint16 passed through. Multi-frame: each frame saved as a separate PNG (frame-index suffix).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61104"/>
            <a:ext cx="365760" cy="36576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60120" y="4187952"/>
            <a:ext cx="7772400" cy="62179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097280" y="4224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with Mirrored Hierarchy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4897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post_processed_data/ mirrors source folder structure. File naming: &lt;original_name&gt;_frame_&lt;N&gt;.png for multi-frame; &lt;original_name&gt;.png for single-frame.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DC736E-1316-A634-7B8A-609D54C1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42DB02-B06F-5963-1902-50EBFADA6A11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Photometric Interpretation (0028,0004)</a:t>
            </a:r>
            <a:endParaRPr lang="en-US" sz="28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C097D16F-442D-CCDF-3113-3CD684C27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12593"/>
              </p:ext>
            </p:extLst>
          </p:nvPr>
        </p:nvGraphicFramePr>
        <p:xfrm>
          <a:off x="365760" y="1290709"/>
          <a:ext cx="8412481" cy="3328416"/>
        </p:xfrm>
        <a:graphic>
          <a:graphicData uri="http://schemas.openxmlformats.org/drawingml/2006/table">
            <a:tbl>
              <a:tblPr/>
              <a:tblGrid>
                <a:gridCol w="1597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4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MONOCHROME2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Single channel. Low value = black, high = white (standard radiological greyscale)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Dominant — all B-mode US, MRI, mammography frames land here. Safe to treat pixel array as (H, W) uint8/uint16 directly.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RGB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Three interleaved channels: R, G, B per pixel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Colour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Doppler frames or screenshots stored as RGB. Array shape is (H, W, 3). Needs channel-last → channel-first transpose for MONAI.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PALETTE COLOR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Single channel of indices; a lookup table (LUT) maps each index to a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colour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Common in older Philips/Toshiba US exports. </a:t>
                      </a:r>
                      <a:b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</a:br>
                      <a:r>
                        <a:rPr lang="en-US" sz="120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Cannot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use raw pixel values directly — must apply `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apply_color_lut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()` from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PyDICOM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before use.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YBR_FULL_422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Luminance + two chroma channels, chroma subsampled 4:2:2 (chroma at half horizontal resolution)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Used in JPEG-compressed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colour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 US (Doppler). Must be converted to RGB via `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convert_color_space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()` before processing. The chroma subsampling means raw array has irregular shape.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YBR_FULL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Luminance + two chroma channels, no subsampling (full 4:4:4)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Similar to YBR_FULL_422 but easier to handle — array is (H, W, 3) in Y,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Cb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, Cr order. Still needs </a:t>
                      </a:r>
                      <a:r>
                        <a:rPr lang="en-US" sz="120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colour</a:t>
                      </a:r>
                      <a:r>
                        <a:rPr lang="en-US" sz="1200" dirty="0">
                          <a:latin typeface="Calibri" charset="0"/>
                          <a:ea typeface="Calibri" charset="0"/>
                          <a:cs typeface="Calibri" charset="0"/>
                        </a:rPr>
                        <a:t>-space conversion.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0204816-244F-D441-07C5-2F3FDC35E2C2}"/>
              </a:ext>
            </a:extLst>
          </p:cNvPr>
          <p:cNvSpPr txBox="1"/>
          <p:nvPr/>
        </p:nvSpPr>
        <p:spPr>
          <a:xfrm>
            <a:off x="457200" y="680087"/>
            <a:ext cx="8321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This tag declares how pixel values encode </a:t>
            </a:r>
            <a:r>
              <a:rPr lang="en-US" sz="1400" dirty="0" err="1"/>
              <a:t>colour</a:t>
            </a:r>
            <a:r>
              <a:rPr lang="en-US" sz="1400" dirty="0"/>
              <a:t> (or grayscale). </a:t>
            </a:r>
            <a:br>
              <a:rPr lang="en-US" sz="1400" dirty="0"/>
            </a:br>
            <a:r>
              <a:rPr lang="en-US" sz="1400" dirty="0"/>
              <a:t>It tells the decoder what the numbers mean before any rendering.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49510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Pipeline — Dataset Scan 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20821"/>
              </p:ext>
            </p:extLst>
          </p:nvPr>
        </p:nvGraphicFramePr>
        <p:xfrm>
          <a:off x="365760" y="868680"/>
          <a:ext cx="8412480" cy="255117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DICOM Files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AIIMS (GE Vivid E95 + Philips EPIQ 7C)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Aliza (Enhanced US Volume + Multiframe)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 (incl. RLE)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UTA10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converted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TCIA IDC Prostate MRI US Biopsy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Processed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Breast_Lesions_USG / MONAI / Heartcycle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Not found at scan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35844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Handling Logic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NumberOfFrames tag determines multi-frame status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frame extracted to individual PNG with _frame_N suffix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dtype → normalise → uint16; Signed int → shift → uint8/uint16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RLE-compressed files decoded via pydicom RLE handler (UserWarning for non-conformant padding tolerated)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54880" y="3584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Folder Structure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3977640"/>
            <a:ext cx="402336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40050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post_processed_data/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AIIMS/AIIMSJ_GE_Vivid_E95/Q3EDC380.png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Aliza/Enhanced_US_Volume_Storage/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└── usvolume_4D_frame_0.png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UTA4/…/file_frame_N.png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B29C0-ED05-52E0-DC34-9FDD683E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4339C5-ADE5-9A40-7D7E-A450C4FF084D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Converted PNG Images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CCDED0-F761-F03A-B626-A6E38498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828675"/>
            <a:ext cx="2160000" cy="16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9B960E-F29E-F147-EEC4-DD9C5ED5B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" y="3017042"/>
            <a:ext cx="2374009" cy="16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EB2E45-0973-1026-0C3D-2012295FC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5825" y="828675"/>
            <a:ext cx="2160000" cy="16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4A3C4A-D5B1-207F-9FAE-E38D034D0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875" y="828675"/>
            <a:ext cx="2160000" cy="16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C37C1B-A78C-CB43-EC06-25516DA17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2775" y="828675"/>
            <a:ext cx="2046316" cy="162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4422DE-E36B-ACD5-BA7E-53E815FBFD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9509" y="3017042"/>
            <a:ext cx="2046316" cy="162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F7347DC-B560-6303-D54C-8D90DAB69E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400" y="3017042"/>
            <a:ext cx="2374010" cy="162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0839DD-4876-C597-00F0-141CEC0F8494}"/>
              </a:ext>
            </a:extLst>
          </p:cNvPr>
          <p:cNvSpPr txBox="1"/>
          <p:nvPr/>
        </p:nvSpPr>
        <p:spPr>
          <a:xfrm>
            <a:off x="4809400" y="4657237"/>
            <a:ext cx="23740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Aliza\ Ultrasound </a:t>
            </a:r>
            <a:r>
              <a:rPr lang="en-IN" sz="1400" dirty="0" err="1"/>
              <a:t>Multiframe</a:t>
            </a:r>
            <a:r>
              <a:rPr lang="en-IN" sz="1400" dirty="0"/>
              <a:t> Image Storage \ </a:t>
            </a:r>
            <a:r>
              <a:rPr lang="en-IN" sz="1400" dirty="0" err="1"/>
              <a:t>us_rle_ybr</a:t>
            </a:r>
            <a:endParaRPr lang="en-I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8DF1DD-BBF4-C97B-BF18-16F06997E882}"/>
              </a:ext>
            </a:extLst>
          </p:cNvPr>
          <p:cNvSpPr txBox="1"/>
          <p:nvPr/>
        </p:nvSpPr>
        <p:spPr>
          <a:xfrm>
            <a:off x="2535934" y="4657237"/>
            <a:ext cx="22734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Aliza\Ultrasound </a:t>
            </a:r>
            <a:r>
              <a:rPr lang="en-IN" sz="1400" dirty="0" err="1"/>
              <a:t>Multiframe</a:t>
            </a:r>
            <a:r>
              <a:rPr lang="en-IN" sz="1400" dirty="0"/>
              <a:t> Image Storage \us_acuson2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70B0AB-80BE-09FA-DE64-26D58367E0E8}"/>
              </a:ext>
            </a:extLst>
          </p:cNvPr>
          <p:cNvSpPr txBox="1"/>
          <p:nvPr/>
        </p:nvSpPr>
        <p:spPr>
          <a:xfrm>
            <a:off x="6855825" y="2455722"/>
            <a:ext cx="2288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Aliza\Ultrasound </a:t>
            </a:r>
            <a:r>
              <a:rPr lang="en-IN" sz="1400" dirty="0" err="1"/>
              <a:t>Multiframe</a:t>
            </a:r>
            <a:r>
              <a:rPr lang="en-IN" sz="1400" dirty="0"/>
              <a:t> Image Storage \</a:t>
            </a:r>
            <a:r>
              <a:rPr lang="en-IN" sz="1400" dirty="0" err="1"/>
              <a:t>us_acuson</a:t>
            </a:r>
            <a:endParaRPr lang="en-IN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1607E0-8EE9-8BA0-146A-33F60A7151E5}"/>
              </a:ext>
            </a:extLst>
          </p:cNvPr>
          <p:cNvSpPr txBox="1"/>
          <p:nvPr/>
        </p:nvSpPr>
        <p:spPr>
          <a:xfrm>
            <a:off x="4695825" y="2455722"/>
            <a:ext cx="216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 \ Ultrasound Image Storage \ </a:t>
            </a:r>
            <a:r>
              <a:rPr lang="en-IN" sz="1400" dirty="0" err="1"/>
              <a:t>us_kretz</a:t>
            </a:r>
            <a:r>
              <a:rPr lang="en-IN" sz="1400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8F64D4-A7FE-CE58-6EDA-052F66201FD9}"/>
              </a:ext>
            </a:extLst>
          </p:cNvPr>
          <p:cNvSpPr txBox="1"/>
          <p:nvPr/>
        </p:nvSpPr>
        <p:spPr>
          <a:xfrm>
            <a:off x="2417175" y="2455722"/>
            <a:ext cx="216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 \ Ultrasound Image Storage \ us_kretz2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8E5408-7C5E-617D-0225-2C1D408DF862}"/>
              </a:ext>
            </a:extLst>
          </p:cNvPr>
          <p:cNvSpPr txBox="1"/>
          <p:nvPr/>
        </p:nvSpPr>
        <p:spPr>
          <a:xfrm>
            <a:off x="155400" y="2455722"/>
            <a:ext cx="216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AIIMS Jodhpur \ AIIMSJ Philips EPIQ 7C \ IM_0001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8BDCFD-0CCC-AD2B-8CDE-8D8E2181CEE1}"/>
              </a:ext>
            </a:extLst>
          </p:cNvPr>
          <p:cNvSpPr txBox="1"/>
          <p:nvPr/>
        </p:nvSpPr>
        <p:spPr>
          <a:xfrm>
            <a:off x="155400" y="4637042"/>
            <a:ext cx="238053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dirty="0"/>
              <a:t>Aliza \ Ultrasound Image Storage \ US-GE-4AICL142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430DEA-D9DF-A029-3B22-9F0F7D9EDC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6985" y="3017042"/>
            <a:ext cx="1620000" cy="1620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A4CCDEE-D4B1-A73A-CCA2-1D563FC88F5C}"/>
              </a:ext>
            </a:extLst>
          </p:cNvPr>
          <p:cNvSpPr txBox="1"/>
          <p:nvPr/>
        </p:nvSpPr>
        <p:spPr>
          <a:xfrm>
            <a:off x="7296985" y="4657237"/>
            <a:ext cx="162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TCIA IDC Prostate MRI US Biopsy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38136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014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Interoperability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3,468/3,468 files open correctly with PyDICOM + SimpleITK (force=True) — no advanced workarounds needed for the vast majority of ultrasound DICOMs.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201168" cy="123444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0" y="1014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Failure Root Causes Fully Diagnosed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empty files (0-byte downloads) + 0 Philips proprietary 3D/4D container (magic bytes 377ABCAF) — not standard DICOM by design.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331720"/>
            <a:ext cx="20116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2386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Vendor Landscape Mapped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manufacturers, 3,468 files. Eigen Artemis (50.8%) + SIEMENS Aera (37.4%) dominate. 3 SOP classes cover 86% of the corpus.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2331720"/>
            <a:ext cx="201168" cy="1234440"/>
          </a:xfrm>
          <a:prstGeom prst="rect">
            <a:avLst/>
          </a:prstGeom>
          <a:solidFill>
            <a:srgbClr val="12B5D0"/>
          </a:solidFill>
          <a:ln w="12700">
            <a:solidFill>
              <a:srgbClr val="12B5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0" y="23865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Shape Heterogeneity Characterised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(H×W) and 3D (F×H×W) volumes coexist. All successfully mapped to MONAI (1, H, W) / (1, F, H, W) convention.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201168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58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Reproducible PNG Pipeline Delivered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Bit-depth-preserving conversion for float, signed-int, uint8, uint16. Folder hierarchy mirrored. CSV-gated to skip invalid files automatically.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06240" cy="1234440"/>
          </a:xfrm>
          <a:prstGeom prst="rect">
            <a:avLst/>
          </a:prstGeom>
          <a:solidFill>
            <a:srgbClr val="F0F4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201168" cy="12344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29200" y="3758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MONAI Subgroup Contribution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406908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(CSV + PNG dataset) directly usable by MONAI Ultrasound Working Group for benchmark training, annotation tooling, and loader development.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371600"/>
            <a:ext cx="5486400" cy="5486400"/>
          </a:xfrm>
          <a:prstGeom prst="ellipse">
            <a:avLst/>
          </a:prstGeom>
          <a:solidFill>
            <a:srgbClr val="0A7EA4">
              <a:alpha val="15000"/>
            </a:srgbClr>
          </a:solidFill>
          <a:ln w="12700">
            <a:solidFill>
              <a:srgbClr val="0A7EA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00C9B1">
              <a:alpha val="10000"/>
            </a:srgbClr>
          </a:solidFill>
          <a:ln w="12700">
            <a:solidFill>
              <a:srgbClr val="00C9B1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132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,468-file evaluation → 100% interoperability with standard Python DICOM libraries
</a:t>
            </a:r>
            <a:r>
              <a:rPr lang="en-US" sz="12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3,468-file metadata census → vendor, SOP class, transfer syntax, shape, Doppler fully characterised
</a:t>
            </a:r>
            <a:r>
              <a:rPr lang="en-US" sz="12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of all failures identified via raw binary inspection
</a:t>
            </a:r>
            <a:r>
              <a:rPr lang="en-US" sz="12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Bit-depth-preserving DICOM → PNG pipeline with mirrored folder hierarchy
</a:t>
            </a:r>
            <a:r>
              <a:rPr lang="en-US" sz="12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MONAI-ready; CSV + PNG assets delivered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5943600" cy="685800"/>
          </a:xfrm>
          <a:prstGeom prst="rect">
            <a:avLst/>
          </a:prstGeom>
          <a:solidFill>
            <a:srgbClr val="0A7EA4">
              <a:alpha val="30000"/>
            </a:srgbClr>
          </a:solidFill>
          <a:ln w="12700">
            <a:solidFill>
              <a:srgbClr val="0A7E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Ultrasound Working Group  ·  DICOM &amp; Direct Data Subgroup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CDDCD5-0E12-E623-C145-F15C196E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35CB1D-64D7-6F3C-FAB8-AB66F7E8DE70}"/>
              </a:ext>
            </a:extLst>
          </p:cNvPr>
          <p:cNvSpPr txBox="1"/>
          <p:nvPr/>
        </p:nvSpPr>
        <p:spPr>
          <a:xfrm>
            <a:off x="1" y="1910030"/>
            <a:ext cx="91439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Backup Slides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634292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C38FC-F5CA-F1BD-3DDD-94335C620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0EFA00-3BA8-44E0-9F96-08C6FB39C9A5}"/>
              </a:ext>
            </a:extLst>
          </p:cNvPr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(Service-Object Pair) Class  (0008,0016)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87E752C4-00E5-EAFC-54A1-D76B9C8D3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17683"/>
              </p:ext>
            </p:extLst>
          </p:nvPr>
        </p:nvGraphicFramePr>
        <p:xfrm>
          <a:off x="115099" y="1233163"/>
          <a:ext cx="8945774" cy="3709416"/>
        </p:xfrm>
        <a:graphic>
          <a:graphicData uri="http://schemas.openxmlformats.org/drawingml/2006/table">
            <a:tbl>
              <a:tblPr/>
              <a:tblGrid>
                <a:gridCol w="1416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3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64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338">
                  <a:extLst>
                    <a:ext uri="{9D8B030D-6E8A-4147-A177-3AD203B41FA5}">
                      <a16:colId xmlns:a16="http://schemas.microsoft.com/office/drawing/2014/main" val="1927992662"/>
                    </a:ext>
                  </a:extLst>
                </a:gridCol>
                <a:gridCol w="1068250">
                  <a:extLst>
                    <a:ext uri="{9D8B030D-6E8A-4147-A177-3AD203B41FA5}">
                      <a16:colId xmlns:a16="http://schemas.microsoft.com/office/drawing/2014/main" val="220886982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MONAI tensor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Ultrasound Image Storage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Standard single-frame US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Single B-mode frames data. No </a:t>
                      </a:r>
                      <a:r>
                        <a:rPr lang="en-US" sz="1100" i="1" dirty="0" err="1">
                          <a:latin typeface="+mn-lt"/>
                          <a:ea typeface="Calibri" charset="0"/>
                          <a:cs typeface="Calibri" charset="0"/>
                        </a:rPr>
                        <a:t>NumberOfFrames</a:t>
                      </a:r>
                      <a:r>
                        <a:rPr lang="en-US" sz="1100" i="1" dirty="0">
                          <a:latin typeface="+mn-lt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100" i="0" dirty="0">
                          <a:latin typeface="+mn-lt"/>
                          <a:ea typeface="Calibri" charset="0"/>
                          <a:cs typeface="Calibri" charset="0"/>
                        </a:rPr>
                        <a:t>tag present.</a:t>
                      </a:r>
                      <a:endParaRPr lang="en-US" sz="1100" i="1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0" dirty="0">
                          <a:latin typeface="+mn-lt"/>
                          <a:ea typeface="Calibri" charset="0"/>
                          <a:cs typeface="Calibri" charset="0"/>
                        </a:rPr>
                        <a:t>(H, W)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(1, H, W)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add C dim</a:t>
                      </a:r>
                      <a:endParaRPr lang="en-US" sz="1100" i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Ultrasound Multi-frame Image Storage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Standard cine/loop US — multiple frames in one file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</a:rPr>
                        <a:t>File contains </a:t>
                      </a:r>
                      <a:r>
                        <a:rPr lang="en-US" sz="1100" i="1" dirty="0" err="1">
                          <a:latin typeface="+mn-lt"/>
                        </a:rPr>
                        <a:t>NumberOfFrames</a:t>
                      </a:r>
                      <a:r>
                        <a:rPr lang="en-US" sz="1100" dirty="0">
                          <a:latin typeface="+mn-lt"/>
                        </a:rPr>
                        <a:t> &gt; 1. Array shape is (F, H, W) or (F, H, W, C). Each frame is one time point in a sweep.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(F, H, W)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(1, F, H, W)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add C dim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Enhanced US Volume Storage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Modern 3D/4D US volume — multi-frame with full per-frame functional group sequences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The richest metadata structure but also the most complex to parse — per-frame metadata lives in </a:t>
                      </a:r>
                      <a:r>
                        <a:rPr lang="en-US" sz="1100" i="1" dirty="0" err="1">
                          <a:latin typeface="+mn-lt"/>
                          <a:ea typeface="Calibri" charset="0"/>
                          <a:cs typeface="Calibri" charset="0"/>
                        </a:rPr>
                        <a:t>PerFrameFunctionalGroupsSequence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, not flat tags.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(F, H, W, C)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(C, F, H, W) transpose needed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Multi-frame Grayscale Byte Secondary Capture Image Storage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Screen captures or converted data stored as greyscale byte multi-frame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latin typeface="+mn-lt"/>
                          <a:ea typeface="Calibri" charset="0"/>
                          <a:cs typeface="Calibri" charset="0"/>
                        </a:rPr>
                        <a:t>ReMIND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/</a:t>
                      </a:r>
                      <a:r>
                        <a:rPr lang="en-US" sz="1100" dirty="0" err="1">
                          <a:latin typeface="+mn-lt"/>
                          <a:ea typeface="Calibri" charset="0"/>
                          <a:cs typeface="Calibri" charset="0"/>
                        </a:rPr>
                        <a:t>PixelMed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1100" dirty="0" err="1">
                          <a:latin typeface="+mn-lt"/>
                          <a:ea typeface="Calibri" charset="0"/>
                          <a:cs typeface="Calibri" charset="0"/>
                        </a:rPr>
                        <a:t>NRRDToDicom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 files. These are not natively acquired DICOMs — they are converted from NRRD/</a:t>
                      </a:r>
                      <a:r>
                        <a:rPr lang="en-US" sz="1100" dirty="0" err="1">
                          <a:latin typeface="+mn-lt"/>
                          <a:ea typeface="Calibri" charset="0"/>
                          <a:cs typeface="Calibri" charset="0"/>
                        </a:rPr>
                        <a:t>NIfTI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. </a:t>
                      </a:r>
                      <a:b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</a:b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May lack clinical tags like </a:t>
                      </a:r>
                      <a:r>
                        <a:rPr lang="en-US" sz="1100" i="1" dirty="0" err="1">
                          <a:latin typeface="+mn-lt"/>
                          <a:ea typeface="Calibri" charset="0"/>
                          <a:cs typeface="Calibri" charset="0"/>
                        </a:rPr>
                        <a:t>TransducerType</a:t>
                      </a: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(F, H, W) </a:t>
                      </a:r>
                      <a:b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</a:b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uint8 only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/>
                        <a:t>(1, F, H, W)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add C dim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MR Image Storage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Standard single-slice MRI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+mn-lt"/>
                        </a:rPr>
                        <a:t>This is SIEMENS Aera data — </a:t>
                      </a:r>
                      <a:r>
                        <a:rPr lang="en-IN" sz="1100" b="1" dirty="0">
                          <a:latin typeface="+mn-lt"/>
                        </a:rPr>
                        <a:t>not ultrasound</a:t>
                      </a:r>
                      <a:r>
                        <a:rPr lang="en-IN" sz="1100" dirty="0">
                          <a:latin typeface="+mn-lt"/>
                        </a:rPr>
                        <a:t>. </a:t>
                      </a:r>
                      <a:br>
                        <a:rPr lang="en-IN" sz="1100" dirty="0">
                          <a:latin typeface="+mn-lt"/>
                        </a:rPr>
                      </a:br>
                      <a:r>
                        <a:rPr lang="en-IN" sz="1100" dirty="0">
                          <a:latin typeface="+mn-lt"/>
                        </a:rPr>
                        <a:t>Single frame per file. Pixel values are usually int16.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(H, W)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(1, H, W)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add C dim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Digital Mammography X-Ray Image Storage - For Presentation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dirty="0">
                          <a:latin typeface="+mn-lt"/>
                        </a:rPr>
                        <a:t>Full-field digital mammography, display-ready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latin typeface="+mn-lt"/>
                        </a:rPr>
                        <a:t>GE </a:t>
                      </a:r>
                      <a:r>
                        <a:rPr lang="en-IN" sz="1100" dirty="0" err="1">
                          <a:latin typeface="+mn-lt"/>
                        </a:rPr>
                        <a:t>Senographe</a:t>
                      </a:r>
                      <a:r>
                        <a:rPr lang="en-IN" sz="1100" dirty="0">
                          <a:latin typeface="+mn-lt"/>
                        </a:rPr>
                        <a:t> files — mammography, </a:t>
                      </a:r>
                      <a:r>
                        <a:rPr lang="en-IN" sz="1100" b="1" dirty="0">
                          <a:latin typeface="+mn-lt"/>
                        </a:rPr>
                        <a:t>not ultrasound</a:t>
                      </a:r>
                      <a:r>
                        <a:rPr lang="en-IN" sz="1100" dirty="0">
                          <a:latin typeface="+mn-lt"/>
                        </a:rPr>
                        <a:t>. High resolution (e.g., 3062×2396 in shape data). 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(H, W) </a:t>
                      </a:r>
                      <a:b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</a:br>
                      <a:r>
                        <a:rPr lang="en-US" sz="1100" dirty="0">
                          <a:latin typeface="+mn-lt"/>
                          <a:ea typeface="Calibri" charset="0"/>
                          <a:cs typeface="Calibri" charset="0"/>
                        </a:rPr>
                        <a:t>high-res uint16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(1, H, W) </a:t>
                      </a:r>
                      <a:br>
                        <a:rPr lang="en-IN" sz="1100" dirty="0"/>
                      </a:br>
                      <a:r>
                        <a:rPr lang="en-IN" sz="1100" dirty="0"/>
                        <a:t>add C dim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6234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06B9513-BFBD-F581-B95B-AFD97A1BB959}"/>
              </a:ext>
            </a:extLst>
          </p:cNvPr>
          <p:cNvSpPr txBox="1"/>
          <p:nvPr/>
        </p:nvSpPr>
        <p:spPr>
          <a:xfrm>
            <a:off x="457200" y="680087"/>
            <a:ext cx="8321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SOP (Service-Object Pair) Class defines </a:t>
            </a:r>
            <a:r>
              <a:rPr lang="en-IN" sz="1400" b="1" dirty="0"/>
              <a:t>what kind of object</a:t>
            </a:r>
            <a:r>
              <a:rPr lang="en-IN" sz="1400" dirty="0"/>
              <a:t> the file represents — it determines which DICOM standard applies, what mandatory tags exist, and how pixel data is structured.</a:t>
            </a:r>
          </a:p>
        </p:txBody>
      </p:sp>
    </p:spTree>
    <p:extLst>
      <p:ext uri="{BB962C8B-B14F-4D97-AF65-F5344CB8AC3E}">
        <p14:creationId xmlns:p14="http://schemas.microsoft.com/office/powerpoint/2010/main" val="1834975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A66B3-219C-E46A-F53D-BA1E3120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755617-1A24-B45C-7E1A-3137799B1D09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352A1B-D1C6-6D5D-F290-F9C9D653719D}"/>
              </a:ext>
            </a:extLst>
          </p:cNvPr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Questions?</a:t>
            </a:r>
            <a:endParaRPr lang="en-US" sz="2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A18627-E97D-A3CD-40A4-BDBFFDD9B432}"/>
              </a:ext>
            </a:extLst>
          </p:cNvPr>
          <p:cNvSpPr txBox="1"/>
          <p:nvPr/>
        </p:nvSpPr>
        <p:spPr>
          <a:xfrm>
            <a:off x="294143" y="1131810"/>
            <a:ext cx="8677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Is there any </a:t>
            </a:r>
            <a:r>
              <a:rPr lang="en-US" dirty="0" err="1"/>
              <a:t>Standardisation</a:t>
            </a:r>
            <a:r>
              <a:rPr lang="en-US" dirty="0"/>
              <a:t> Rule book that each vendor must follow while writing the DICOM?</a:t>
            </a:r>
          </a:p>
          <a:p>
            <a:pPr marL="342900" indent="-342900">
              <a:buAutoNum type="arabicPeriod"/>
            </a:pPr>
            <a:r>
              <a:rPr lang="en-US" dirty="0"/>
              <a:t>If it is not, then why is the </a:t>
            </a:r>
            <a:r>
              <a:rPr lang="en-US" dirty="0" err="1"/>
              <a:t>Standardisation</a:t>
            </a:r>
            <a:r>
              <a:rPr lang="en-US" dirty="0"/>
              <a:t> not there? Key roadblocks?</a:t>
            </a:r>
          </a:p>
          <a:p>
            <a:pPr marL="342900" indent="-342900">
              <a:buAutoNum type="arabicPeriod"/>
            </a:pPr>
            <a:r>
              <a:rPr lang="en-US" dirty="0" err="1"/>
              <a:t>Anonymisation</a:t>
            </a:r>
            <a:r>
              <a:rPr lang="en-US" dirty="0"/>
              <a:t> tools for DICOM Data?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622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D418A-E0B6-4C71-68FF-6A30E6BDC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931584-774F-3F29-E3D4-6757870ACF8B}"/>
              </a:ext>
            </a:extLst>
          </p:cNvPr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025250-0967-402E-6D83-B59D5CAAB425}"/>
              </a:ext>
            </a:extLst>
          </p:cNvPr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2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0B53B1-B6F0-E6FF-875E-A5FC3AF115DB}"/>
              </a:ext>
            </a:extLst>
          </p:cNvPr>
          <p:cNvSpPr txBox="1"/>
          <p:nvPr/>
        </p:nvSpPr>
        <p:spPr>
          <a:xfrm>
            <a:off x="294143" y="1131810"/>
            <a:ext cx="8677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Add all DICOM Data repositories to the Slide and to the GitHub page of D3. </a:t>
            </a:r>
          </a:p>
          <a:p>
            <a:pPr marL="342900" indent="-342900">
              <a:buAutoNum type="arabicPeriod"/>
            </a:pPr>
            <a:r>
              <a:rPr lang="en-US" dirty="0"/>
              <a:t>Add Pipeline for DICOM to MONAI Tensor Conversion </a:t>
            </a:r>
          </a:p>
        </p:txBody>
      </p:sp>
    </p:spTree>
    <p:extLst>
      <p:ext uri="{BB962C8B-B14F-4D97-AF65-F5344CB8AC3E}">
        <p14:creationId xmlns:p14="http://schemas.microsoft.com/office/powerpoint/2010/main" val="559410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2398</Words>
  <Application>Microsoft Office PowerPoint</Application>
  <PresentationFormat>On-screen Show (16:9)</PresentationFormat>
  <Paragraphs>331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DICOM Data Heterogeneity &amp; PNG Pipeline</dc:title>
  <dc:subject>PptxGenJS Presentation</dc:subject>
  <dc:creator>PptxGenJS</dc:creator>
  <cp:lastModifiedBy>Gajendra Singh (P20ID004)</cp:lastModifiedBy>
  <cp:revision>28</cp:revision>
  <dcterms:created xsi:type="dcterms:W3CDTF">2026-05-20T09:46:25Z</dcterms:created>
  <dcterms:modified xsi:type="dcterms:W3CDTF">2026-05-22T09:21:43Z</dcterms:modified>
</cp:coreProperties>
</file>